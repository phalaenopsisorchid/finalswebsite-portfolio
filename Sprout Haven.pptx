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DM Serif Display" charset="1" panose="00000000000000000000"/>
      <p:regular r:id="rId15"/>
    </p:embeddedFont>
    <p:embeddedFont>
      <p:font typeface="Nourd" charset="1" panose="00000500000000000000"/>
      <p:regular r:id="rId16"/>
    </p:embeddedFont>
    <p:embeddedFont>
      <p:font typeface="Glacial Indifference" charset="1" panose="00000000000000000000"/>
      <p:regular r:id="rId17"/>
    </p:embeddedFont>
    <p:embeddedFont>
      <p:font typeface="Cartoo Nature" charset="1" panose="00000000000000000000"/>
      <p:regular r:id="rId18"/>
    </p:embeddedFont>
    <p:embeddedFont>
      <p:font typeface="Glacial Indifference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jpeg" Type="http://schemas.openxmlformats.org/officeDocument/2006/relationships/image"/><Relationship Id="rId22" Target="../media/image2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0.jpeg" Type="http://schemas.openxmlformats.org/officeDocument/2006/relationships/image"/><Relationship Id="rId15" Target="../media/image21.pn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24.jpeg" Type="http://schemas.openxmlformats.org/officeDocument/2006/relationships/image"/><Relationship Id="rId19" Target="../media/image25.jpeg" Type="http://schemas.openxmlformats.org/officeDocument/2006/relationships/image"/><Relationship Id="rId2" Target="../media/image1.png" Type="http://schemas.openxmlformats.org/officeDocument/2006/relationships/image"/><Relationship Id="rId20" Target="../media/image26.jpeg" Type="http://schemas.openxmlformats.org/officeDocument/2006/relationships/image"/><Relationship Id="rId21" Target="../media/image27.jpe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8.jpe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tel:8554402929" TargetMode="External" Type="http://schemas.openxmlformats.org/officeDocument/2006/relationships/hyperlink"/><Relationship Id="rId17" Target="mailto:service@edenbrothers.com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957905" y="-3146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935854" y="3184266"/>
            <a:ext cx="8416292" cy="359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59"/>
              </a:lnSpc>
            </a:pPr>
            <a:r>
              <a:rPr lang="en-US" sz="13859">
                <a:solidFill>
                  <a:srgbClr val="2057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Sprout Haven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93882" y="6654988"/>
            <a:ext cx="6700237" cy="66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2"/>
              </a:lnSpc>
            </a:pPr>
            <a:r>
              <a:rPr lang="en-US" sz="4001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by Eleuterio, Ezekiel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957905" y="-3146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72141" y="2008214"/>
            <a:ext cx="11743718" cy="152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>
                <a:solidFill>
                  <a:srgbClr val="2057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Systems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7586" y="3948656"/>
            <a:ext cx="13792828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User Browser - runs HTML/CSS frontend for layout and styling.</a:t>
            </a:r>
          </a:p>
          <a:p>
            <a:pPr algn="just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Web Server - executes PHP backend logic, handles requests, and communicates with the database.</a:t>
            </a:r>
          </a:p>
          <a:p>
            <a:pPr algn="just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Database Server - stores data in MySQL (products, users, orders).</a:t>
            </a:r>
          </a:p>
        </p:txBody>
      </p:sp>
    </p:spTree>
  </p:cSld>
  <p:clrMapOvr>
    <a:masterClrMapping/>
  </p:clrMapOvr>
  <p:transition spd="fast">
    <p:cover dir="r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957905" y="-3146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72141" y="2008214"/>
            <a:ext cx="11743718" cy="152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>
                <a:solidFill>
                  <a:srgbClr val="2057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Systems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75847" y="3800163"/>
            <a:ext cx="7879106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Pages needed: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Home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Products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About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Contact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Account</a:t>
            </a:r>
          </a:p>
          <a:p>
            <a:pPr algn="l" marL="755652" indent="-377826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Checkout/Cart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  <p:transition spd="fast">
    <p:cover dir="r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9167785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615745" y="-2644433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7" y="0"/>
                </a:lnTo>
                <a:lnTo>
                  <a:pt x="460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871332" y="-901670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579347" y="-901670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9116757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8680506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8680506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510795" y="-58703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252380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169301" y="-901670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7252380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1181537" y="-901670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57203" y="185735"/>
            <a:ext cx="9144000" cy="152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>
                <a:solidFill>
                  <a:srgbClr val="2057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Database Design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01321" y="1906618"/>
            <a:ext cx="5819303" cy="70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erDiagram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USERS ||--o{ ORDERS : places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USERS ||--o{ FORMS : submits</a:t>
            </a:r>
          </a:p>
          <a:p>
            <a:pPr algn="just">
              <a:lnSpc>
                <a:spcPts val="2921"/>
              </a:lnSpc>
            </a:pP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USERS {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int user_id PK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string username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string email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string password_hash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datetime created_at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}</a:t>
            </a:r>
          </a:p>
          <a:p>
            <a:pPr algn="just">
              <a:lnSpc>
                <a:spcPts val="2921"/>
              </a:lnSpc>
            </a:pP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PRODUCTS {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int product_id PK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string name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string description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float price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    int stock_quantity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   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40048" y="1954619"/>
            <a:ext cx="5819303" cy="667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1"/>
              </a:lnSpc>
            </a:pP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ORDERS {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int order_id PK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int user_id FK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string products_json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float total_amount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string status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datetime created_at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}</a:t>
            </a:r>
          </a:p>
          <a:p>
            <a:pPr algn="just">
              <a:lnSpc>
                <a:spcPts val="2921"/>
              </a:lnSpc>
            </a:pP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FORMS {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int form_id PK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int user_id FK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string questions_json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string answers_json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datetime submitted_at</a:t>
            </a:r>
          </a:p>
          <a:p>
            <a:pPr algn="just">
              <a:lnSpc>
                <a:spcPts val="2921"/>
              </a:lnSpc>
            </a:pPr>
            <a:r>
              <a:rPr lang="en-US" sz="2434">
                <a:solidFill>
                  <a:srgbClr val="205732"/>
                </a:solidFill>
                <a:latin typeface="Nourd"/>
                <a:ea typeface="Nourd"/>
                <a:cs typeface="Nourd"/>
                <a:sym typeface="Nourd"/>
              </a:rPr>
              <a:t> }</a:t>
            </a:r>
          </a:p>
          <a:p>
            <a:pPr algn="just">
              <a:lnSpc>
                <a:spcPts val="2921"/>
              </a:lnSpc>
            </a:pP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957905" y="-3146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7643" y="0"/>
            <a:ext cx="15672715" cy="10287000"/>
          </a:xfrm>
          <a:custGeom>
            <a:avLst/>
            <a:gdLst/>
            <a:ahLst/>
            <a:cxnLst/>
            <a:rect r="r" b="b" t="t" l="l"/>
            <a:pathLst>
              <a:path h="10287000" w="15672715">
                <a:moveTo>
                  <a:pt x="0" y="0"/>
                </a:moveTo>
                <a:lnTo>
                  <a:pt x="15672714" y="0"/>
                </a:lnTo>
                <a:lnTo>
                  <a:pt x="15672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56965" y="1498092"/>
            <a:ext cx="15174070" cy="1874882"/>
            <a:chOff x="0" y="0"/>
            <a:chExt cx="3996463" cy="4937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96463" cy="493796"/>
            </a:xfrm>
            <a:custGeom>
              <a:avLst/>
              <a:gdLst/>
              <a:ahLst/>
              <a:cxnLst/>
              <a:rect r="r" b="b" t="t" l="l"/>
              <a:pathLst>
                <a:path h="493796" w="3996463">
                  <a:moveTo>
                    <a:pt x="0" y="0"/>
                  </a:moveTo>
                  <a:lnTo>
                    <a:pt x="3996463" y="0"/>
                  </a:lnTo>
                  <a:lnTo>
                    <a:pt x="3996463" y="493796"/>
                  </a:lnTo>
                  <a:lnTo>
                    <a:pt x="0" y="493796"/>
                  </a:lnTo>
                  <a:close/>
                </a:path>
              </a:pathLst>
            </a:custGeom>
            <a:solidFill>
              <a:srgbClr val="FFE5B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996463" cy="5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87248" y="1693195"/>
            <a:ext cx="2283534" cy="1424576"/>
          </a:xfrm>
          <a:custGeom>
            <a:avLst/>
            <a:gdLst/>
            <a:ahLst/>
            <a:cxnLst/>
            <a:rect r="r" b="b" t="t" l="l"/>
            <a:pathLst>
              <a:path h="1424576" w="2283534">
                <a:moveTo>
                  <a:pt x="0" y="0"/>
                </a:moveTo>
                <a:lnTo>
                  <a:pt x="2283534" y="0"/>
                </a:lnTo>
                <a:lnTo>
                  <a:pt x="2283534" y="1424576"/>
                </a:lnTo>
                <a:lnTo>
                  <a:pt x="0" y="14245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606" r="0" b="-2606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647739" y="2157190"/>
            <a:ext cx="8599350" cy="612866"/>
            <a:chOff x="0" y="0"/>
            <a:chExt cx="2264849" cy="1614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64849" cy="161413"/>
            </a:xfrm>
            <a:custGeom>
              <a:avLst/>
              <a:gdLst/>
              <a:ahLst/>
              <a:cxnLst/>
              <a:rect r="r" b="b" t="t" l="l"/>
              <a:pathLst>
                <a:path h="161413" w="2264849">
                  <a:moveTo>
                    <a:pt x="45915" y="0"/>
                  </a:moveTo>
                  <a:lnTo>
                    <a:pt x="2218935" y="0"/>
                  </a:lnTo>
                  <a:cubicBezTo>
                    <a:pt x="2231112" y="0"/>
                    <a:pt x="2242790" y="4837"/>
                    <a:pt x="2251401" y="13448"/>
                  </a:cubicBezTo>
                  <a:cubicBezTo>
                    <a:pt x="2260012" y="22059"/>
                    <a:pt x="2264849" y="33737"/>
                    <a:pt x="2264849" y="45915"/>
                  </a:cubicBezTo>
                  <a:lnTo>
                    <a:pt x="2264849" y="115499"/>
                  </a:lnTo>
                  <a:cubicBezTo>
                    <a:pt x="2264849" y="140857"/>
                    <a:pt x="2244293" y="161413"/>
                    <a:pt x="2218935" y="161413"/>
                  </a:cubicBezTo>
                  <a:lnTo>
                    <a:pt x="45915" y="161413"/>
                  </a:lnTo>
                  <a:cubicBezTo>
                    <a:pt x="20557" y="161413"/>
                    <a:pt x="0" y="140857"/>
                    <a:pt x="0" y="115499"/>
                  </a:cubicBezTo>
                  <a:lnTo>
                    <a:pt x="0" y="45915"/>
                  </a:lnTo>
                  <a:cubicBezTo>
                    <a:pt x="0" y="20557"/>
                    <a:pt x="20557" y="0"/>
                    <a:pt x="45915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64849" cy="199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608234" y="2284568"/>
            <a:ext cx="365845" cy="377160"/>
          </a:xfrm>
          <a:custGeom>
            <a:avLst/>
            <a:gdLst/>
            <a:ahLst/>
            <a:cxnLst/>
            <a:rect r="r" b="b" t="t" l="l"/>
            <a:pathLst>
              <a:path h="377160" w="365845">
                <a:moveTo>
                  <a:pt x="0" y="0"/>
                </a:moveTo>
                <a:lnTo>
                  <a:pt x="365845" y="0"/>
                </a:lnTo>
                <a:lnTo>
                  <a:pt x="365845" y="377160"/>
                </a:lnTo>
                <a:lnTo>
                  <a:pt x="0" y="3771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786041" y="2134303"/>
            <a:ext cx="628177" cy="658639"/>
          </a:xfrm>
          <a:custGeom>
            <a:avLst/>
            <a:gdLst/>
            <a:ahLst/>
            <a:cxnLst/>
            <a:rect r="r" b="b" t="t" l="l"/>
            <a:pathLst>
              <a:path h="658639" w="628177">
                <a:moveTo>
                  <a:pt x="0" y="0"/>
                </a:moveTo>
                <a:lnTo>
                  <a:pt x="628176" y="0"/>
                </a:lnTo>
                <a:lnTo>
                  <a:pt x="628176" y="658639"/>
                </a:lnTo>
                <a:lnTo>
                  <a:pt x="0" y="6586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634901" y="2134303"/>
            <a:ext cx="636410" cy="658639"/>
          </a:xfrm>
          <a:custGeom>
            <a:avLst/>
            <a:gdLst/>
            <a:ahLst/>
            <a:cxnLst/>
            <a:rect r="r" b="b" t="t" l="l"/>
            <a:pathLst>
              <a:path h="658639" w="636410">
                <a:moveTo>
                  <a:pt x="0" y="0"/>
                </a:moveTo>
                <a:lnTo>
                  <a:pt x="636409" y="0"/>
                </a:lnTo>
                <a:lnTo>
                  <a:pt x="636409" y="658639"/>
                </a:lnTo>
                <a:lnTo>
                  <a:pt x="0" y="65863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4652310" y="2134303"/>
            <a:ext cx="752730" cy="658639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32223" y="113558"/>
                  </a:moveTo>
                  <a:cubicBezTo>
                    <a:pt x="-33680" y="222131"/>
                    <a:pt x="12749" y="327809"/>
                    <a:pt x="71096" y="383897"/>
                  </a:cubicBezTo>
                  <a:lnTo>
                    <a:pt x="412247" y="711200"/>
                  </a:lnTo>
                  <a:lnTo>
                    <a:pt x="746197" y="385067"/>
                  </a:lnTo>
                  <a:cubicBezTo>
                    <a:pt x="800465" y="324730"/>
                    <a:pt x="821266" y="260730"/>
                    <a:pt x="809713" y="189465"/>
                  </a:cubicBezTo>
                  <a:cubicBezTo>
                    <a:pt x="793755" y="90882"/>
                    <a:pt x="712517" y="14398"/>
                    <a:pt x="612162" y="3476"/>
                  </a:cubicBezTo>
                  <a:cubicBezTo>
                    <a:pt x="550612" y="-3151"/>
                    <a:pt x="491155" y="14267"/>
                    <a:pt x="444750" y="52829"/>
                  </a:cubicBezTo>
                  <a:cubicBezTo>
                    <a:pt x="432260" y="63204"/>
                    <a:pt x="421096" y="74804"/>
                    <a:pt x="411367" y="87411"/>
                  </a:cubicBezTo>
                  <a:cubicBezTo>
                    <a:pt x="399823" y="73056"/>
                    <a:pt x="386287" y="59925"/>
                    <a:pt x="370977" y="48288"/>
                  </a:cubicBezTo>
                  <a:cubicBezTo>
                    <a:pt x="317614" y="7733"/>
                    <a:pt x="249687" y="-8369"/>
                    <a:pt x="184440" y="4154"/>
                  </a:cubicBezTo>
                  <a:cubicBezTo>
                    <a:pt x="122643" y="16092"/>
                    <a:pt x="67173" y="55954"/>
                    <a:pt x="32223" y="113558"/>
                  </a:cubicBezTo>
                  <a:close/>
                </a:path>
              </a:pathLst>
            </a:custGeom>
            <a:solidFill>
              <a:srgbClr val="2E7D3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12700"/>
              <a:ext cx="660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556965" y="4436647"/>
            <a:ext cx="15174070" cy="5591645"/>
          </a:xfrm>
          <a:custGeom>
            <a:avLst/>
            <a:gdLst/>
            <a:ahLst/>
            <a:cxnLst/>
            <a:rect r="r" b="b" t="t" l="l"/>
            <a:pathLst>
              <a:path h="5591645" w="15174070">
                <a:moveTo>
                  <a:pt x="0" y="0"/>
                </a:moveTo>
                <a:lnTo>
                  <a:pt x="15174070" y="0"/>
                </a:lnTo>
                <a:lnTo>
                  <a:pt x="15174070" y="5591644"/>
                </a:lnTo>
                <a:lnTo>
                  <a:pt x="0" y="559164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-40992" r="0" b="-39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007395" y="4684297"/>
            <a:ext cx="14273210" cy="5343995"/>
          </a:xfrm>
          <a:custGeom>
            <a:avLst/>
            <a:gdLst/>
            <a:ahLst/>
            <a:cxnLst/>
            <a:rect r="r" b="b" t="t" l="l"/>
            <a:pathLst>
              <a:path h="5343995" w="14273210">
                <a:moveTo>
                  <a:pt x="0" y="0"/>
                </a:moveTo>
                <a:lnTo>
                  <a:pt x="14273210" y="0"/>
                </a:lnTo>
                <a:lnTo>
                  <a:pt x="14273210" y="5343994"/>
                </a:lnTo>
                <a:lnTo>
                  <a:pt x="0" y="534399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-90634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327717" y="3600745"/>
            <a:ext cx="964257" cy="5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37619" y="3600745"/>
            <a:ext cx="1460302" cy="5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73057" y="3600745"/>
            <a:ext cx="1520279" cy="5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About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44201" y="3600745"/>
            <a:ext cx="1897856" cy="53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090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Contact Us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28482" y="5147993"/>
            <a:ext cx="9631036" cy="290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4"/>
              </a:lnSpc>
            </a:pPr>
            <a:r>
              <a:rPr lang="en-US" sz="8295">
                <a:solidFill>
                  <a:srgbClr val="FFFFFF"/>
                </a:solidFill>
                <a:latin typeface="Cartoo Nature"/>
                <a:ea typeface="Cartoo Nature"/>
                <a:cs typeface="Cartoo Nature"/>
                <a:sym typeface="Cartoo Nature"/>
              </a:rPr>
              <a:t>Add another plant to your collection!</a:t>
            </a:r>
          </a:p>
        </p:txBody>
      </p:sp>
    </p:spTree>
  </p:cSld>
  <p:clrMapOvr>
    <a:masterClrMapping/>
  </p:clrMapOvr>
  <p:transition spd="fast">
    <p:cover dir="r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3897" y="46563"/>
            <a:ext cx="15726460" cy="15726460"/>
          </a:xfrm>
          <a:custGeom>
            <a:avLst/>
            <a:gdLst/>
            <a:ahLst/>
            <a:cxnLst/>
            <a:rect r="r" b="b" t="t" l="l"/>
            <a:pathLst>
              <a:path h="15726460" w="15726460">
                <a:moveTo>
                  <a:pt x="0" y="0"/>
                </a:moveTo>
                <a:lnTo>
                  <a:pt x="15726460" y="0"/>
                </a:lnTo>
                <a:lnTo>
                  <a:pt x="15726460" y="15726460"/>
                </a:lnTo>
                <a:lnTo>
                  <a:pt x="0" y="157264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56965" y="-2184701"/>
            <a:ext cx="15174070" cy="6002458"/>
            <a:chOff x="0" y="0"/>
            <a:chExt cx="20232093" cy="8003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32093" cy="8003278"/>
            </a:xfrm>
            <a:custGeom>
              <a:avLst/>
              <a:gdLst/>
              <a:ahLst/>
              <a:cxnLst/>
              <a:rect r="r" b="b" t="t" l="l"/>
              <a:pathLst>
                <a:path h="8003278" w="20232093">
                  <a:moveTo>
                    <a:pt x="0" y="0"/>
                  </a:moveTo>
                  <a:lnTo>
                    <a:pt x="20232093" y="0"/>
                  </a:lnTo>
                  <a:lnTo>
                    <a:pt x="20232093" y="8003278"/>
                  </a:lnTo>
                  <a:lnTo>
                    <a:pt x="0" y="8003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8186" r="0" b="-2960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00573" y="0"/>
              <a:ext cx="19030946" cy="7564302"/>
            </a:xfrm>
            <a:custGeom>
              <a:avLst/>
              <a:gdLst/>
              <a:ahLst/>
              <a:cxnLst/>
              <a:rect r="r" b="b" t="t" l="l"/>
              <a:pathLst>
                <a:path h="7564302" w="19030946">
                  <a:moveTo>
                    <a:pt x="0" y="0"/>
                  </a:moveTo>
                  <a:lnTo>
                    <a:pt x="19030947" y="0"/>
                  </a:lnTo>
                  <a:lnTo>
                    <a:pt x="19030947" y="7564302"/>
                  </a:lnTo>
                  <a:lnTo>
                    <a:pt x="0" y="756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79571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6111404" y="5213556"/>
              <a:ext cx="8009285" cy="1899221"/>
              <a:chOff x="0" y="0"/>
              <a:chExt cx="1582081" cy="37515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82081" cy="375155"/>
              </a:xfrm>
              <a:custGeom>
                <a:avLst/>
                <a:gdLst/>
                <a:ahLst/>
                <a:cxnLst/>
                <a:rect r="r" b="b" t="t" l="l"/>
                <a:pathLst>
                  <a:path h="375155" w="1582081">
                    <a:moveTo>
                      <a:pt x="15466" y="0"/>
                    </a:moveTo>
                    <a:lnTo>
                      <a:pt x="1566615" y="0"/>
                    </a:lnTo>
                    <a:cubicBezTo>
                      <a:pt x="1575157" y="0"/>
                      <a:pt x="1582081" y="6924"/>
                      <a:pt x="1582081" y="15466"/>
                    </a:cubicBezTo>
                    <a:lnTo>
                      <a:pt x="1582081" y="359689"/>
                    </a:lnTo>
                    <a:cubicBezTo>
                      <a:pt x="1582081" y="363791"/>
                      <a:pt x="1580451" y="367724"/>
                      <a:pt x="1577551" y="370625"/>
                    </a:cubicBezTo>
                    <a:cubicBezTo>
                      <a:pt x="1574651" y="373525"/>
                      <a:pt x="1570717" y="375155"/>
                      <a:pt x="1566615" y="375155"/>
                    </a:cubicBezTo>
                    <a:lnTo>
                      <a:pt x="15466" y="375155"/>
                    </a:lnTo>
                    <a:cubicBezTo>
                      <a:pt x="11364" y="375155"/>
                      <a:pt x="7430" y="373525"/>
                      <a:pt x="4530" y="370625"/>
                    </a:cubicBezTo>
                    <a:cubicBezTo>
                      <a:pt x="1629" y="367724"/>
                      <a:pt x="0" y="363791"/>
                      <a:pt x="0" y="359689"/>
                    </a:cubicBezTo>
                    <a:lnTo>
                      <a:pt x="0" y="15466"/>
                    </a:lnTo>
                    <a:cubicBezTo>
                      <a:pt x="0" y="11364"/>
                      <a:pt x="1629" y="7430"/>
                      <a:pt x="4530" y="4530"/>
                    </a:cubicBezTo>
                    <a:cubicBezTo>
                      <a:pt x="7430" y="1629"/>
                      <a:pt x="11364" y="0"/>
                      <a:pt x="154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66675"/>
                <a:ext cx="1582081" cy="4418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b="true" sz="2799">
                    <a:solidFill>
                      <a:srgbClr val="2E3437"/>
                    </a:solidFill>
                    <a:latin typeface="Glacial Indifference Bold"/>
                    <a:ea typeface="Glacial Indifference Bold"/>
                    <a:cs typeface="Glacial Indifference Bold"/>
                    <a:sym typeface="Glacial Indifference Bold"/>
                  </a:rPr>
                  <a:t>Shop Now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695356" y="1005612"/>
              <a:ext cx="12841381" cy="3814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14"/>
                </a:lnSpc>
              </a:pPr>
              <a:r>
                <a:rPr lang="en-US" sz="8295">
                  <a:solidFill>
                    <a:srgbClr val="FFFFFF"/>
                  </a:solidFill>
                  <a:latin typeface="Cartoo Nature"/>
                  <a:ea typeface="Cartoo Nature"/>
                  <a:cs typeface="Cartoo Nature"/>
                  <a:sym typeface="Cartoo Nature"/>
                </a:rPr>
                <a:t>Add another plant to your collection!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07643" y="0"/>
            <a:ext cx="15672715" cy="10287000"/>
          </a:xfrm>
          <a:custGeom>
            <a:avLst/>
            <a:gdLst/>
            <a:ahLst/>
            <a:cxnLst/>
            <a:rect r="r" b="b" t="t" l="l"/>
            <a:pathLst>
              <a:path h="10287000" w="15672715">
                <a:moveTo>
                  <a:pt x="0" y="0"/>
                </a:moveTo>
                <a:lnTo>
                  <a:pt x="15672714" y="0"/>
                </a:lnTo>
                <a:lnTo>
                  <a:pt x="15672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814071" y="5229433"/>
            <a:ext cx="3659107" cy="3659107"/>
          </a:xfrm>
          <a:custGeom>
            <a:avLst/>
            <a:gdLst/>
            <a:ahLst/>
            <a:cxnLst/>
            <a:rect r="r" b="b" t="t" l="l"/>
            <a:pathLst>
              <a:path h="3659107" w="3659107">
                <a:moveTo>
                  <a:pt x="0" y="0"/>
                </a:moveTo>
                <a:lnTo>
                  <a:pt x="3659108" y="0"/>
                </a:lnTo>
                <a:lnTo>
                  <a:pt x="3659108" y="3659107"/>
                </a:lnTo>
                <a:lnTo>
                  <a:pt x="0" y="36591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91477" y="5229433"/>
            <a:ext cx="3659107" cy="3659107"/>
          </a:xfrm>
          <a:custGeom>
            <a:avLst/>
            <a:gdLst/>
            <a:ahLst/>
            <a:cxnLst/>
            <a:rect r="r" b="b" t="t" l="l"/>
            <a:pathLst>
              <a:path h="3659107" w="3659107">
                <a:moveTo>
                  <a:pt x="0" y="0"/>
                </a:moveTo>
                <a:lnTo>
                  <a:pt x="3659108" y="0"/>
                </a:lnTo>
                <a:lnTo>
                  <a:pt x="3659108" y="3659107"/>
                </a:lnTo>
                <a:lnTo>
                  <a:pt x="0" y="36591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64910" y="5229433"/>
            <a:ext cx="3659107" cy="3659107"/>
          </a:xfrm>
          <a:custGeom>
            <a:avLst/>
            <a:gdLst/>
            <a:ahLst/>
            <a:cxnLst/>
            <a:rect r="r" b="b" t="t" l="l"/>
            <a:pathLst>
              <a:path h="3659107" w="3659107">
                <a:moveTo>
                  <a:pt x="0" y="0"/>
                </a:moveTo>
                <a:lnTo>
                  <a:pt x="3659107" y="0"/>
                </a:lnTo>
                <a:lnTo>
                  <a:pt x="3659107" y="3659107"/>
                </a:lnTo>
                <a:lnTo>
                  <a:pt x="0" y="365910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8710" t="0" r="-4622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38342" y="5229433"/>
            <a:ext cx="2992693" cy="3659107"/>
          </a:xfrm>
          <a:custGeom>
            <a:avLst/>
            <a:gdLst/>
            <a:ahLst/>
            <a:cxnLst/>
            <a:rect r="r" b="b" t="t" l="l"/>
            <a:pathLst>
              <a:path h="3659107" w="2992693">
                <a:moveTo>
                  <a:pt x="0" y="0"/>
                </a:moveTo>
                <a:lnTo>
                  <a:pt x="2992693" y="0"/>
                </a:lnTo>
                <a:lnTo>
                  <a:pt x="2992693" y="3659107"/>
                </a:lnTo>
                <a:lnTo>
                  <a:pt x="0" y="36591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37144" t="0" r="-46257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814071" y="4056588"/>
            <a:ext cx="7039597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E34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Shop </a:t>
            </a:r>
            <a:r>
              <a:rPr lang="en-US" sz="5000" b="true">
                <a:solidFill>
                  <a:srgbClr val="2E343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Best Sellers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18553" y="9117140"/>
            <a:ext cx="34501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Vanda MV Tannins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895959" y="9117140"/>
            <a:ext cx="34501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Vanda Saidah Nafisah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9391" y="9117140"/>
            <a:ext cx="34501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Vanda Omar Padron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42824" y="9117140"/>
            <a:ext cx="31375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E343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Rosa ‘Koko Loko’</a:t>
            </a:r>
          </a:p>
        </p:txBody>
      </p:sp>
    </p:spTree>
  </p:cSld>
  <p:clrMapOvr>
    <a:masterClrMapping/>
  </p:clrMapOvr>
  <p:transition spd="fast">
    <p:cover dir="r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7643" y="0"/>
            <a:ext cx="15491606" cy="15491606"/>
          </a:xfrm>
          <a:custGeom>
            <a:avLst/>
            <a:gdLst/>
            <a:ahLst/>
            <a:cxnLst/>
            <a:rect r="r" b="b" t="t" l="l"/>
            <a:pathLst>
              <a:path h="15491606" w="15491606">
                <a:moveTo>
                  <a:pt x="0" y="0"/>
                </a:moveTo>
                <a:lnTo>
                  <a:pt x="15491605" y="0"/>
                </a:lnTo>
                <a:lnTo>
                  <a:pt x="15491605" y="15491606"/>
                </a:lnTo>
                <a:lnTo>
                  <a:pt x="0" y="154916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07643" y="0"/>
            <a:ext cx="15672715" cy="10287000"/>
          </a:xfrm>
          <a:custGeom>
            <a:avLst/>
            <a:gdLst/>
            <a:ahLst/>
            <a:cxnLst/>
            <a:rect r="r" b="b" t="t" l="l"/>
            <a:pathLst>
              <a:path h="10287000" w="15672715">
                <a:moveTo>
                  <a:pt x="0" y="0"/>
                </a:moveTo>
                <a:lnTo>
                  <a:pt x="15672714" y="0"/>
                </a:lnTo>
                <a:lnTo>
                  <a:pt x="15672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56789" y="5696419"/>
            <a:ext cx="3892009" cy="511790"/>
            <a:chOff x="0" y="0"/>
            <a:chExt cx="1025056" cy="134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5056" cy="134792"/>
            </a:xfrm>
            <a:custGeom>
              <a:avLst/>
              <a:gdLst/>
              <a:ahLst/>
              <a:cxnLst/>
              <a:rect r="r" b="b" t="t" l="l"/>
              <a:pathLst>
                <a:path h="134792" w="1025056">
                  <a:moveTo>
                    <a:pt x="0" y="0"/>
                  </a:moveTo>
                  <a:lnTo>
                    <a:pt x="1025056" y="0"/>
                  </a:lnTo>
                  <a:lnTo>
                    <a:pt x="1025056" y="134792"/>
                  </a:lnTo>
                  <a:lnTo>
                    <a:pt x="0" y="134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25056" cy="17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88222" y="2490512"/>
            <a:ext cx="12511556" cy="6411814"/>
            <a:chOff x="0" y="0"/>
            <a:chExt cx="16682075" cy="85490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37343" cy="8549086"/>
            </a:xfrm>
            <a:custGeom>
              <a:avLst/>
              <a:gdLst/>
              <a:ahLst/>
              <a:cxnLst/>
              <a:rect r="r" b="b" t="t" l="l"/>
              <a:pathLst>
                <a:path h="8549086" w="6737343">
                  <a:moveTo>
                    <a:pt x="0" y="0"/>
                  </a:moveTo>
                  <a:lnTo>
                    <a:pt x="6737343" y="0"/>
                  </a:lnTo>
                  <a:lnTo>
                    <a:pt x="6737343" y="8549086"/>
                  </a:lnTo>
                  <a:lnTo>
                    <a:pt x="0" y="8549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9455" t="0" r="-9368" b="-7949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7662776" y="1365493"/>
              <a:ext cx="3005617" cy="541011"/>
            </a:xfrm>
            <a:custGeom>
              <a:avLst/>
              <a:gdLst/>
              <a:ahLst/>
              <a:cxnLst/>
              <a:rect r="r" b="b" t="t" l="l"/>
              <a:pathLst>
                <a:path h="541011" w="3005617">
                  <a:moveTo>
                    <a:pt x="0" y="0"/>
                  </a:moveTo>
                  <a:lnTo>
                    <a:pt x="3005617" y="0"/>
                  </a:lnTo>
                  <a:lnTo>
                    <a:pt x="3005617" y="541011"/>
                  </a:lnTo>
                  <a:lnTo>
                    <a:pt x="0" y="54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662776" y="7178566"/>
              <a:ext cx="3132617" cy="1370520"/>
            </a:xfrm>
            <a:custGeom>
              <a:avLst/>
              <a:gdLst/>
              <a:ahLst/>
              <a:cxnLst/>
              <a:rect r="r" b="b" t="t" l="l"/>
              <a:pathLst>
                <a:path h="1370520" w="3132617">
                  <a:moveTo>
                    <a:pt x="0" y="0"/>
                  </a:moveTo>
                  <a:lnTo>
                    <a:pt x="3132617" y="0"/>
                  </a:lnTo>
                  <a:lnTo>
                    <a:pt x="3132617" y="1370520"/>
                  </a:lnTo>
                  <a:lnTo>
                    <a:pt x="0" y="1370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662776" y="-104775"/>
              <a:ext cx="9019299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2E34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Rosa ‘Fragrant Cloud’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795393" y="1308343"/>
              <a:ext cx="1028057" cy="598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9"/>
                </a:lnSpc>
              </a:pPr>
              <a:r>
                <a:rPr lang="en-US" sz="2685">
                  <a:solidFill>
                    <a:srgbClr val="2E343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(23)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662776" y="2445942"/>
              <a:ext cx="1483779" cy="60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sz="2685">
                  <a:solidFill>
                    <a:srgbClr val="2E343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₱ 850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662776" y="3259714"/>
              <a:ext cx="7090175" cy="60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sz="2685">
                  <a:solidFill>
                    <a:srgbClr val="2E343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Shipping Calculated at Checkout.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662776" y="4622859"/>
              <a:ext cx="7090175" cy="60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sz="2685">
                  <a:solidFill>
                    <a:srgbClr val="2E343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Quantity: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780221" y="4622859"/>
              <a:ext cx="1776345" cy="601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59"/>
                </a:lnSpc>
              </a:pPr>
              <a:r>
                <a:rPr lang="en-US" sz="2685">
                  <a:solidFill>
                    <a:srgbClr val="2E343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888222" y="9258300"/>
            <a:ext cx="3086100" cy="738924"/>
            <a:chOff x="0" y="0"/>
            <a:chExt cx="812800" cy="1946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194614"/>
            </a:xfrm>
            <a:custGeom>
              <a:avLst/>
              <a:gdLst/>
              <a:ahLst/>
              <a:cxnLst/>
              <a:rect r="r" b="b" t="t" l="l"/>
              <a:pathLst>
                <a:path h="1946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4614"/>
                  </a:lnTo>
                  <a:lnTo>
                    <a:pt x="0" y="194614"/>
                  </a:lnTo>
                  <a:close/>
                </a:path>
              </a:pathLst>
            </a:custGeom>
            <a:solidFill>
              <a:srgbClr val="2E343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12800" cy="242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E5B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Description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057900" y="9258300"/>
            <a:ext cx="3086100" cy="738924"/>
            <a:chOff x="0" y="0"/>
            <a:chExt cx="812800" cy="19461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194614"/>
            </a:xfrm>
            <a:custGeom>
              <a:avLst/>
              <a:gdLst/>
              <a:ahLst/>
              <a:cxnLst/>
              <a:rect r="r" b="b" t="t" l="l"/>
              <a:pathLst>
                <a:path h="19461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4614"/>
                  </a:lnTo>
                  <a:lnTo>
                    <a:pt x="0" y="194614"/>
                  </a:lnTo>
                  <a:close/>
                </a:path>
              </a:pathLst>
            </a:custGeom>
            <a:solidFill>
              <a:srgbClr val="2E343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12800" cy="2422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E5B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Product Details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07643" y="0"/>
            <a:ext cx="15491606" cy="15491606"/>
          </a:xfrm>
          <a:custGeom>
            <a:avLst/>
            <a:gdLst/>
            <a:ahLst/>
            <a:cxnLst/>
            <a:rect r="r" b="b" t="t" l="l"/>
            <a:pathLst>
              <a:path h="15491606" w="15491606">
                <a:moveTo>
                  <a:pt x="0" y="0"/>
                </a:moveTo>
                <a:lnTo>
                  <a:pt x="15491605" y="0"/>
                </a:lnTo>
                <a:lnTo>
                  <a:pt x="15491605" y="15491606"/>
                </a:lnTo>
                <a:lnTo>
                  <a:pt x="0" y="154916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456789" y="5696419"/>
            <a:ext cx="3892009" cy="511790"/>
            <a:chOff x="0" y="0"/>
            <a:chExt cx="1025056" cy="134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5056" cy="134792"/>
            </a:xfrm>
            <a:custGeom>
              <a:avLst/>
              <a:gdLst/>
              <a:ahLst/>
              <a:cxnLst/>
              <a:rect r="r" b="b" t="t" l="l"/>
              <a:pathLst>
                <a:path h="134792" w="1025056">
                  <a:moveTo>
                    <a:pt x="0" y="0"/>
                  </a:moveTo>
                  <a:lnTo>
                    <a:pt x="1025056" y="0"/>
                  </a:lnTo>
                  <a:lnTo>
                    <a:pt x="1025056" y="134792"/>
                  </a:lnTo>
                  <a:lnTo>
                    <a:pt x="0" y="13479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5056" cy="1728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7643" y="0"/>
            <a:ext cx="15672715" cy="10287000"/>
          </a:xfrm>
          <a:custGeom>
            <a:avLst/>
            <a:gdLst/>
            <a:ahLst/>
            <a:cxnLst/>
            <a:rect r="r" b="b" t="t" l="l"/>
            <a:pathLst>
              <a:path h="10287000" w="15672715">
                <a:moveTo>
                  <a:pt x="0" y="0"/>
                </a:moveTo>
                <a:lnTo>
                  <a:pt x="15672714" y="0"/>
                </a:lnTo>
                <a:lnTo>
                  <a:pt x="15672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56965" y="1496258"/>
            <a:ext cx="15174070" cy="1491177"/>
            <a:chOff x="0" y="0"/>
            <a:chExt cx="3996463" cy="3927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96463" cy="392738"/>
            </a:xfrm>
            <a:custGeom>
              <a:avLst/>
              <a:gdLst/>
              <a:ahLst/>
              <a:cxnLst/>
              <a:rect r="r" b="b" t="t" l="l"/>
              <a:pathLst>
                <a:path h="392738" w="3996463">
                  <a:moveTo>
                    <a:pt x="0" y="0"/>
                  </a:moveTo>
                  <a:lnTo>
                    <a:pt x="3996463" y="0"/>
                  </a:lnTo>
                  <a:lnTo>
                    <a:pt x="3996463" y="392738"/>
                  </a:lnTo>
                  <a:lnTo>
                    <a:pt x="0" y="392738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96463" cy="430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91337" y="3539885"/>
            <a:ext cx="9455004" cy="468049"/>
            <a:chOff x="0" y="0"/>
            <a:chExt cx="2490207" cy="1232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90207" cy="123272"/>
            </a:xfrm>
            <a:custGeom>
              <a:avLst/>
              <a:gdLst/>
              <a:ahLst/>
              <a:cxnLst/>
              <a:rect r="r" b="b" t="t" l="l"/>
              <a:pathLst>
                <a:path h="123272" w="2490207">
                  <a:moveTo>
                    <a:pt x="0" y="0"/>
                  </a:moveTo>
                  <a:lnTo>
                    <a:pt x="2490207" y="0"/>
                  </a:lnTo>
                  <a:lnTo>
                    <a:pt x="2490207" y="123272"/>
                  </a:lnTo>
                  <a:lnTo>
                    <a:pt x="0" y="123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490207" cy="16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09738" y="1728449"/>
            <a:ext cx="9229356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E34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Got Questions? Contact Us!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73328" y="7426978"/>
            <a:ext cx="8702176" cy="161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9" b="true">
                <a:solidFill>
                  <a:srgbClr val="2E34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Address:</a:t>
            </a: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 2099 Brevard Rd., Arden, NC 28704</a:t>
            </a:r>
          </a:p>
          <a:p>
            <a:pPr algn="l">
              <a:lnSpc>
                <a:spcPts val="4296"/>
              </a:lnSpc>
            </a:pPr>
            <a:r>
              <a:rPr lang="en-US" sz="3069" b="true">
                <a:solidFill>
                  <a:srgbClr val="2E34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Tel No.:</a:t>
            </a: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69" u="sng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  <a:hlinkClick r:id="rId16" tooltip="tel:8554402929"/>
              </a:rPr>
              <a:t>855-440-2929</a:t>
            </a:r>
          </a:p>
          <a:p>
            <a:pPr algn="l">
              <a:lnSpc>
                <a:spcPts val="4296"/>
              </a:lnSpc>
            </a:pPr>
            <a:r>
              <a:rPr lang="en-US" sz="3069" b="true">
                <a:solidFill>
                  <a:srgbClr val="2E343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Email:</a:t>
            </a: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69" u="sng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  <a:hlinkClick r:id="rId17" tooltip="mailto:service@edenbrothers.com"/>
              </a:rPr>
              <a:t>service@sprouthaven.com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73554" y="3482735"/>
            <a:ext cx="1382953" cy="5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Name: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48703" y="4436559"/>
            <a:ext cx="1428359" cy="5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Email: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73328" y="5390383"/>
            <a:ext cx="8702176" cy="52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9">
                <a:solidFill>
                  <a:srgbClr val="2E3437"/>
                </a:solidFill>
                <a:latin typeface="Canva Sans"/>
                <a:ea typeface="Canva Sans"/>
                <a:cs typeface="Canva Sans"/>
                <a:sym typeface="Canva Sans"/>
              </a:rPr>
              <a:t>Question: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191337" y="4490630"/>
            <a:ext cx="9455004" cy="468049"/>
            <a:chOff x="0" y="0"/>
            <a:chExt cx="2490207" cy="1232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90207" cy="123272"/>
            </a:xfrm>
            <a:custGeom>
              <a:avLst/>
              <a:gdLst/>
              <a:ahLst/>
              <a:cxnLst/>
              <a:rect r="r" b="b" t="t" l="l"/>
              <a:pathLst>
                <a:path h="123272" w="2490207">
                  <a:moveTo>
                    <a:pt x="0" y="0"/>
                  </a:moveTo>
                  <a:lnTo>
                    <a:pt x="2490207" y="0"/>
                  </a:lnTo>
                  <a:lnTo>
                    <a:pt x="2490207" y="123272"/>
                  </a:lnTo>
                  <a:lnTo>
                    <a:pt x="0" y="123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490207" cy="16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191337" y="5511129"/>
            <a:ext cx="9455004" cy="468049"/>
            <a:chOff x="0" y="0"/>
            <a:chExt cx="2490207" cy="123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90207" cy="123272"/>
            </a:xfrm>
            <a:custGeom>
              <a:avLst/>
              <a:gdLst/>
              <a:ahLst/>
              <a:cxnLst/>
              <a:rect r="r" b="b" t="t" l="l"/>
              <a:pathLst>
                <a:path h="123272" w="2490207">
                  <a:moveTo>
                    <a:pt x="0" y="0"/>
                  </a:moveTo>
                  <a:lnTo>
                    <a:pt x="2490207" y="0"/>
                  </a:lnTo>
                  <a:lnTo>
                    <a:pt x="2490207" y="123272"/>
                  </a:lnTo>
                  <a:lnTo>
                    <a:pt x="0" y="123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490207" cy="1613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cover dir="r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2979" y="8402242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0"/>
                </a:moveTo>
                <a:lnTo>
                  <a:pt x="7315200" y="0"/>
                </a:lnTo>
                <a:lnTo>
                  <a:pt x="7315200" y="2686674"/>
                </a:lnTo>
                <a:lnTo>
                  <a:pt x="0" y="268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61970">
            <a:off x="6839377" y="-2057400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647700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2686674"/>
                </a:moveTo>
                <a:lnTo>
                  <a:pt x="0" y="2686674"/>
                </a:lnTo>
                <a:lnTo>
                  <a:pt x="0" y="0"/>
                </a:lnTo>
                <a:lnTo>
                  <a:pt x="7315200" y="0"/>
                </a:lnTo>
                <a:lnTo>
                  <a:pt x="731520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802979" y="-314637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0" y="2686674"/>
                </a:moveTo>
                <a:lnTo>
                  <a:pt x="7315200" y="2686674"/>
                </a:lnTo>
                <a:lnTo>
                  <a:pt x="7315200" y="0"/>
                </a:lnTo>
                <a:lnTo>
                  <a:pt x="0" y="0"/>
                </a:lnTo>
                <a:lnTo>
                  <a:pt x="0" y="268667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067874">
            <a:off x="7410979" y="8351214"/>
            <a:ext cx="4609246" cy="4114800"/>
          </a:xfrm>
          <a:custGeom>
            <a:avLst/>
            <a:gdLst/>
            <a:ahLst/>
            <a:cxnLst/>
            <a:rect r="r" b="b" t="t" l="l"/>
            <a:pathLst>
              <a:path h="4114800" w="4609246">
                <a:moveTo>
                  <a:pt x="4609246" y="0"/>
                </a:moveTo>
                <a:lnTo>
                  <a:pt x="0" y="0"/>
                </a:lnTo>
                <a:lnTo>
                  <a:pt x="0" y="4114800"/>
                </a:lnTo>
                <a:lnTo>
                  <a:pt x="4609246" y="4114800"/>
                </a:lnTo>
                <a:lnTo>
                  <a:pt x="4609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647700" y="7914963"/>
            <a:ext cx="7315200" cy="2686673"/>
          </a:xfrm>
          <a:custGeom>
            <a:avLst/>
            <a:gdLst/>
            <a:ahLst/>
            <a:cxnLst/>
            <a:rect r="r" b="b" t="t" l="l"/>
            <a:pathLst>
              <a:path h="2686673" w="7315200">
                <a:moveTo>
                  <a:pt x="7315200" y="0"/>
                </a:moveTo>
                <a:lnTo>
                  <a:pt x="0" y="0"/>
                </a:lnTo>
                <a:lnTo>
                  <a:pt x="0" y="2686674"/>
                </a:lnTo>
                <a:lnTo>
                  <a:pt x="7315200" y="2686674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75847" y="7914963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0"/>
                </a:moveTo>
                <a:lnTo>
                  <a:pt x="9658506" y="0"/>
                </a:lnTo>
                <a:lnTo>
                  <a:pt x="9658506" y="2493651"/>
                </a:lnTo>
                <a:lnTo>
                  <a:pt x="0" y="24936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4734426" y="0"/>
            <a:ext cx="9658506" cy="2493651"/>
          </a:xfrm>
          <a:custGeom>
            <a:avLst/>
            <a:gdLst/>
            <a:ahLst/>
            <a:cxnLst/>
            <a:rect r="r" b="b" t="t" l="l"/>
            <a:pathLst>
              <a:path h="2493651" w="9658506">
                <a:moveTo>
                  <a:pt x="0" y="2493651"/>
                </a:moveTo>
                <a:lnTo>
                  <a:pt x="9658506" y="2493651"/>
                </a:lnTo>
                <a:lnTo>
                  <a:pt x="9658506" y="0"/>
                </a:lnTo>
                <a:lnTo>
                  <a:pt x="0" y="0"/>
                </a:lnTo>
                <a:lnTo>
                  <a:pt x="0" y="24936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4868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0" y="0"/>
                </a:moveTo>
                <a:lnTo>
                  <a:pt x="3501321" y="0"/>
                </a:lnTo>
                <a:lnTo>
                  <a:pt x="35013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4392932" y="-314637"/>
            <a:ext cx="3501321" cy="4114800"/>
          </a:xfrm>
          <a:custGeom>
            <a:avLst/>
            <a:gdLst/>
            <a:ahLst/>
            <a:cxnLst/>
            <a:rect r="r" b="b" t="t" l="l"/>
            <a:pathLst>
              <a:path h="4114800" w="3501321">
                <a:moveTo>
                  <a:pt x="350132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501321" y="0"/>
                </a:lnTo>
                <a:lnTo>
                  <a:pt x="3501321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472856">
            <a:off x="14602025" y="64868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0" y="0"/>
                </a:moveTo>
                <a:lnTo>
                  <a:pt x="4394446" y="0"/>
                </a:lnTo>
                <a:lnTo>
                  <a:pt x="43944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-2472856">
            <a:off x="-957905" y="-314637"/>
            <a:ext cx="4394447" cy="4114800"/>
          </a:xfrm>
          <a:custGeom>
            <a:avLst/>
            <a:gdLst/>
            <a:ahLst/>
            <a:cxnLst/>
            <a:rect r="r" b="b" t="t" l="l"/>
            <a:pathLst>
              <a:path h="4114800" w="4394447">
                <a:moveTo>
                  <a:pt x="439444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394447" y="0"/>
                </a:lnTo>
                <a:lnTo>
                  <a:pt x="4394447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20835" y="4219649"/>
            <a:ext cx="14427280" cy="182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59"/>
              </a:lnSpc>
            </a:pPr>
            <a:r>
              <a:rPr lang="en-US" sz="13759">
                <a:solidFill>
                  <a:srgbClr val="20573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DAG7rjXB_nc</dc:identifier>
  <dcterms:modified xsi:type="dcterms:W3CDTF">2011-08-01T06:04:30Z</dcterms:modified>
  <cp:revision>1</cp:revision>
  <dc:title>Sprout Haven</dc:title>
</cp:coreProperties>
</file>